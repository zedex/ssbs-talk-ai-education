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049" autoAdjust="0"/>
  </p:normalViewPr>
  <p:slideViewPr>
    <p:cSldViewPr snapToGrid="0">
      <p:cViewPr varScale="1">
        <p:scale>
          <a:sx n="54" d="100"/>
          <a:sy n="54" d="100"/>
        </p:scale>
        <p:origin x="112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各位老师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、家长：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大家好！我是XX班XX的家长，非常荣幸今天能有这个机会，和大家聊聊我陪孩子用AI学习成长的真实经历。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先做个简单的自我介绍，我是咱们XX班XX的爸爸，日常在互联网大厂做产品经理，和在座的各位老师一样，我也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经常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在琢磨，怎么能让孩子更轻松地学习、更快乐地成长。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今天站在这里，我绝对不是来给大家讲AI技术，更不是来教大家怎么用AI上课，也不会给大家推荐任何工具。我就是作为一个普通的小学生家长，给大家汇报一下，这两年我陪孩子用AI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做了很多探索、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踩了很多坑、摸了很多路之后，总结出来的3个真实小故事，还有关于家校怎么一起帮孩子用好AI的一点浅薄思考。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作为家长，我特别清楚，各位老师每天要管几十个孩子的学习、习惯、安全，还要备课、改作业、做家校沟通，真的非常辛苦。所以今天的分享，没有任何说教，只有我作为家长的真实实践，希望能给各位老师的工作，带来一点点小小的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在讲我的故事之前，我想先和大家达成3个最核心的共识，也是我陪孩子用AI的底线。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一个，也是最重要的：AI永远替代不了各位老师的教导，也替代不了我们家长的陪伴。教育的核心，永远是人和人之间的连接，是您给孩子的一个鼓励的眼神、一句温暖的话、一次耐心的引导，这些是AI永远给不了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二个，AI不是什么洪水猛兽，也不是什么万能神器，它只是一个帮我们老师和家长，从繁琐的机械工作里解放出来的「脚手架」，帮我们把更多的时间，放在真正重要的事上——陪伴孩子、引导孩子、看见孩子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第三个，面对AI，堵不如疏。现在的孩子，是AI时代的原住民，你不让他在家里用，他也会在别的地方用。只有我们家校同频、目标一致，才能教孩子正确用好AI，让它成为孩子学习的帮手，而不是抄作业的工具。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EB5F-EC1D-9EBA-FB34-069C635A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07F9EE-EC1D-5B6E-3AC6-28757CDBFB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ACB03-3D01-DE7B-C9DC-3791D716051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1C1D79-5D84-A2E2-181B-1A8229AAD9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A2E4174-75F9-F479-4992-BA0885CF9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在了解了陪孩子用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的核心原则之后，我们可以看看，在实际生活中，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到底能以哪些具体的方式，和孩子相处呢？我总结了三种最常见、也最有效的模式。</a:t>
            </a:r>
          </a:p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第一种，是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自动化模式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，也可以叫工具模式。简单说，就是 “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帮我做”。在这种模式下，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主要负责完成那些机械、重复、耗时的工作，比如整理错题、生成练习题、查找资料等等。家长和孩子则把精力放在更重要的事情上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——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判断信息的准确性、理解背后的知识点、进行深度思考。这就像我们前面提到的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错题集案例，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帮我们完成了讲解和分析，孩子则专注于理解和订正。</a:t>
            </a:r>
          </a:p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第二种，是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代理自主模式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，也叫陪伴模式。这种模式下，是 “孩子主导”。孩子自己与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工具进行互动，家长则退到幕后，扮演引导者和规则制定者的角色。关键在于，我们需要提前为孩子设计好使用的规则和边界，确保孩子在安全、正确的轨道上自主探索。比如我们的 “时间小火车” 案例，就是让孩子自己安排时间，培养自主管理能力。</a:t>
            </a:r>
          </a:p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第三种，是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增强协作模式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，也叫协作模式。这是最高级的一种方式，我们可以称之为 “我们一起探索”。在这种模式下，家长、孩子和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是一个协作的团队，共同去探索一个问题、完成一个项目。方向由我们来定，最终的结论也由我们共同得出，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在这里是一个强大的协作伙伴，帮助我们放大创造力和探索能力。我们后面会讲到的意大利语启蒙案例，就是一个典型的协作模式。</a:t>
            </a:r>
          </a:p>
          <a:p>
            <a:pPr algn="l"/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这三种模式，其实是层层递进的，从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作为简单的工具，到作为孩子自主成长的陪伴，再到作为我们共同探索世界的伙伴。接下来，我将通过三个具体的案例，来详细展示这三种模式是如何在家庭教育中落地的。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A7547-5351-B6ED-E23E-6FD198271B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C7D4E-9E7E-15C2-ED9D-0422A5364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743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一个故事，是关于怎么治好我家孩子的拖延症。我家娃一二年级的时候，写作业特别磨蹭，明明半小时就能写完的作业，能硬生生拖2个小时。你催一句，他动一下，你不催，他就能对着一块橡皮玩半小时。我们当时试过各种方法，做时间表、贴小红花、定奖惩规则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连推带拉，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全都没用。因为孩子觉得，这个时间表是爸爸妈妈给他定的任务，是给我们完成的，他从心底里抵触。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后来我就想，能不能把枯燥的时间管理，变成孩子喜欢的、能自己掌控的游戏？我本身是做产品的，所以我就把我的想法告诉了AI，让AI帮我做了一个网页版的「时间小火车」。这个小火车特别简单，每一节车厢，就代表30分钟的时间块，孩子可以自己拖拽，把写作业、休息、阅读、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吃法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这些事项，放到对应的车厢里，自己安排每天的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空余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时间。完成一项，就可以点亮一节车厢，全部完成，就能解锁小火车的动画奖励。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全程我只做一件事，就是引导，绝对不替他做决定。我只会问他：“你觉得数学作业，需要几节车厢才能完成呀？”“写完作业之后，你想安排多久的休息时间？”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“今天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LC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比较难，要不要先做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LC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？”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就这么一个简单的小工具，效果出乎我的意料。用了这个小火车之后，孩子再也不觉得时间管理是家长给他的任务了，他觉得自己是这个小火车的列车长，所有的行程都是他自己安排的，他要为自己的行程负责。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现在不用我们催，他自己就能按安排完成作业，拖延的毛病好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很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多，也慢慢养成了自主管理时间的习惯。其实给各位老师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家长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分享这个故事，也是想给大家一个小小的参考：很多时候孩子不是不想做好，而是枯燥的规则、大人的要求，让他有了抵触感。AI可以帮我们，把学校要求的习惯养成、知识点学习，变成孩子愿意主动参与的趣味形式，让孩子真正从“要我学”，变成“我要学”。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——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但是，这样一来，问题的焦点就变成了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——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怎样启发孩子，让他自发的意识到原来“我可以这么做”、“这个做下来这么有意思”。这正是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的意义，它可以加速从创意到落地的过程，以前可能需要专业人士来配合做的事情，现在只要有好的构思，好的使用方法，每个班级、每个家庭都可以发挥创意，启发孩子。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第二个故事，是关于错题的，我相信不管是各位老师，还是我们家长，都特别头疼这件事。我家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平时是妈妈带娃，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娃之前数学错题，改了又错，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妈妈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给他讲题，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经常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讲着讲着就急了，好好的讲题，最后变成了亲子大战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，真人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PK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，最后找我当裁判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说实话，我们家长早就忘了小学的知识点体系，根本不知道这道错题，对应的是课本里的哪个单元、哪个知识点，也不知道该怎么给孩子做巩固练习。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比如之前给小朋友讲鸡兔同笼问题，我一上来就介绍了一堆二元一次方程的知识，结果讲了一周，真的是整整一周，他都不理解是啥意思，方法也没掌握。后来发现他脑力还没发育到能理解那么抽象概念的地步，我当时真有点沮丧，没想到还有讲不懂的情况。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后来我就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把我的困惑跟我们字节的同事说了一下，他们后来做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了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一款叫“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豆包爱学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”的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APP，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它是在豆包的基础上，强化了国内外的学习知识，它可以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帮孩子做错题集，全程我只定规则，孩子自己操作，效果特别好。我们的流程特别简单：第一步，孩子必须先自己订正错题，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订正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不出来的，再拍照上传；第二步，AI会先告诉孩子，这道题对应的是课本里哪个单元的哪个知识点，再用小学孩子能听懂的大白话，一步步拆解解题步骤；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比如鸡兔同笼，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APP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就会讲假设笼子里都是鸡，那么应该有多少条腿，那么现在多出来这么多腿，多出来的就是兔子的，那一只兔子多出两条腿，所以一共有多少兔子呢？这样小朋友就理解了，它还有动画，让小朋友更直观的理解；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第三步，AI会帮孩子分析错因，是知识点没掌握，还是粗心看错了数，最后再给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几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道同类型的基础练习题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和拔高题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，帮孩子巩固。最让我惊喜的是，它的语音讲解特别亲切，像咱们老师上课的语气一样，完全没有机械感，孩子愿意反复听。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用了这个方法之后，孩子的变化特别大。现在他遇到错题，不会直接扔给我，也不会偷偷抄答案，而是自己先订正，再用AI听讲解，自己整理错题本。错题对应的知识点，掌握的越来越牢，数学成绩也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有了一些进步（最近连续得了三个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A+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）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。最重要的是，他不再怕错题，不再怕学习里的困难，慢慢养成了自己解决问题的意识。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其实这个故事，也给我自己带来了很大的启发。咱们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每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个班有几十个孩子，每个孩子的错题、薄弱点都不一样，各位老师很难给每个孩子，做一对一的错题讲解和巩固。而AI，完全可以成为咱们老师的“专属助教”，帮孩子做个性化的错题巩固，帮家长做日常的讲题辅导，和咱们学校的课堂教学形成完美的互补，真正实现差异化教学。</a:t>
            </a:r>
            <a:br>
              <a:rPr lang="en-US" sz="1400" b="0" i="0" u="none" strike="noStrike" dirty="0">
                <a:solidFill>
                  <a:srgbClr val="000000"/>
                </a:solidFill>
              </a:rPr>
            </a:br>
            <a:br>
              <a:rPr lang="en-US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启示我感觉咱们学校一直有整理错题集的传统，尤其是数学，我记得每学期的小练兵也好、大作战也好、期末的大礼包也好，其实都是总结了前几个年级同学错的多的部分，那么现在有个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，可以针对每个人定制自己的大礼包，这种工作量放在以往是不敢想想的，但是现在有了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，这种针对性以及质量和效率的提升，是跨越式的，也是降维打击式的。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第三个故事，是关于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寓乐于教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的，也是我自己觉得最有成就感的一个故事。2025年初的时候，我家娃和班里的同学，突然疯传起了所谓的“外国山海经”，天天嘴里念叨着一堆奇奇怪怪的词。我一开始以为是什么乱七八糟的网络梗，后来仔细听了听，发现都是意大利语的谐音。孩子对这些词特别感兴趣，天天挂在嘴边，却对学校要求背的英语单词，提不起半点劲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经常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背了就忘。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我当时没有禁止孩子念叨这些词，反而想，能不能从他感兴趣的点入手，把这个没意义的谐音梗，变成一场有意思的语言启蒙？我自己完全不懂意大利语，所以全程都是靠AI，帮我完成了整个启蒙设计。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第一步，我让AI帮我查清楚，孩子们天天念叨的这些词，到底是什么意思，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发现是意大利语的变形，比如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【】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en-US" sz="1400" b="0" i="0" u="none" strike="noStrike" dirty="0">
                <a:solidFill>
                  <a:srgbClr val="000000"/>
                </a:solidFill>
              </a:rPr>
              <a:t>然后归纳出意大利语的核心发音特点，还有和英语的发音区别，用孩子能懂的谐音、儿歌的形式呈现出来；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第二步，让AI结合孩子们的“外国山海经”梗，做了一个简单的意大利语发音对照表，孩子拿着对照表，就能自己拼出他天天念叨的那些词，当时他特别有成就感；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第三步，我还和孩子一起，找了《教父》里的经典对话，让AI帮我们拆解里面的意式英语发音特点，孩子一边看电影，一边感受意大利语的发音，热情特别高。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就这么一场从谐音梗开始的启蒙，给孩子带来的变化，是我完全没想到的。从那之后，孩子对语言学习的兴趣一下就起来了，不再觉得背英语单词是枯燥的任务，他会主动用AI查英语单词的发音、词根，甚至会自己对比英语和意大利语的区别，英语成绩也有了很大的进步。最重要的是，他学会了从自己感兴趣的东西里学习，有了主动探索的意识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其实各位老师在日常教学里，肯定也会遇到这样的情况：孩子对课本里的内容提不起劲，却对一些课外的东西特别感兴趣。而AI，刚好可以帮我们，把课本里的知识点，和孩子感兴趣的动画、游戏、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热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梗结合起来，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寓乐于教，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让孩子在玩里学，真正激发孩子的学习内驱力，这比我们逼着孩子背知识点，效果好太多了。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这三个故事讲完，很多老师可能会问，那我们不管是老师，还是家长，陪孩子用AI，到底有没有什么可复制的方法？我总结了4个最核心的原则，也是我陪孩子用AI的底线，特别简单，所有人都能直接用。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第一个，先定目标，再划边界。永远先想清楚，我们要培养孩子什么核心能力，再分清楚，什么事必须孩子自己做，什么事可以让AI辅助。绝对不能让AI替代孩子的思考，AI只是辅助，孩子的成长永远是核心。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第二个，说清需求，精准借力。不用去网上找什么万能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提示词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，也不用学复杂的AI技术，你只要像教一个专属助教一样，说清楚孩子的年龄、认知水平，还有你想要的效果，AI就能帮你完成你做不了的事，放大你的能力。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第三个，筛选优化，持续迭代。AI给的东西，从来都不是标准答案，我们要结合孩子的情况，不断调整优化。好的地方，告诉AI为什么好，不好的地方，告诉AI怎么改，让AI越来越懂孩子，越来越贴合我们的需求。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第四个，守住底线，全程负责。不管是老师还是家长，我们永远是孩子AI使用的第一责任人。要选合规安全的工具，要全程陪伴引导，要教孩子正确的AI使用观，要为最终的结果负责。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最后，也是我今天最想和各位老师聊的，就是AI时代，我们家校怎么协同，才能真正帮到孩子。我总结了3个小小的共识，想和大家一起探讨。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一个，不焦虑、不禁止。面对AI，我们不用焦虑，也不用一味禁止。现在的孩子，是AI时代的原住民，你不让他在家里用，他也会在别的地方用。与其堵，不如疏，我们家校一起，教孩子正确用好AI，把它变成学习的工具，而不是抄作业的帮手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第二个，同规则、同方向。我们家校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可以携手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统一AI使用的规则和底线。比如，学校里要求孩子，作业必须先自己做，再用AI订正，那家里也要执行同样的规则。只有我们方向一致，孩子才不会混乱，才能真正养成正确的AI使用习惯。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（我记得去年开学的时候咱们星校还出了“在教育教学中使用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的规范”，我当时看过全文，高度非常高，也非常专业和落地，已经引领上海学校在教育教学中使用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标准的探索）</a:t>
            </a: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第三个，互配合、互补充。学校里，各位老师抓课堂教学，给孩子打基础，培养孩子的学习习惯；家里，我们家长配合学校的教学，用AI帮孩子做个性化的巩固和拓展。我们互相配合，互相补充，目标一致，才能帮孩子走的更稳、更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今天的分享，我把3个案例的完整拆解、4个核心原则，还有陪孩子用AI的避坑指南，整理成了一份《家校AI协同参考手册》，会后我会发给班主任，各位老师可以自己看，也可以分享给班里的家长们。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最后，再次感谢各位老师对孩子们的辛苦付出，也希望今天的分享，能给大家带来一点点小小的启发。未来，也希望我们家校一起，陪孩子在AI时代，更轻松、更快乐、更坚定的成长。谢谢大家！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接下来，各位老师在教学里、和家长沟通里，遇到的关于AI的任何问题，都可以提出来，我们一起交流探讨。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jpe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.jpe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jpe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0" Type="http://schemas.openxmlformats.org/officeDocument/2006/relationships/image" Target="../media/image3.svg"/><Relationship Id="rId4" Type="http://schemas.openxmlformats.org/officeDocument/2006/relationships/image" Target="../media/image34.jpe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jpe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jpe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1270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AI时代，做会借力的家长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57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陪孩子用AI成长的真实分享 | </a:t>
            </a:r>
            <a:r>
              <a:rPr lang="en-US" sz="2000" dirty="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zh-CN" altLang="en-US" sz="2000" dirty="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r>
              <a:rPr lang="en-US" altLang="zh-CN" sz="2000" dirty="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2000" b="0" i="0" u="none" strike="noStrike" dirty="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班 </a:t>
            </a:r>
            <a:r>
              <a:rPr lang="en-US" altLang="zh-CN" sz="2000" b="0" i="0" u="none" strike="noStrike" dirty="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Zahra </a:t>
            </a:r>
            <a:r>
              <a:rPr lang="zh-CN" altLang="en-US" sz="2000" b="0" i="0" u="none" strike="noStrike" dirty="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爸爸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0" y="596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面向小学教师分享 ——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今天，我们只聊真实的故事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336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59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我是谁？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学生家长 | 互联网产品经理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543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365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今天不讲：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AI技术、万能公式、工具推荐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749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572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今天只讲：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3个陪娃</a:t>
            </a:r>
            <a:r>
              <a:rPr lang="zh-CN" altLang="en-US" sz="1400" b="0" i="0" u="none" strike="noStrike" dirty="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探索</a:t>
            </a:r>
            <a:r>
              <a:rPr lang="en-US" sz="1400" b="0" i="0" u="none" strike="noStrike" dirty="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的真实故事 + 家校协同思考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604000" y="2413000"/>
            <a:ext cx="4064000" cy="2286000"/>
          </a:xfrm>
          <a:prstGeom prst="roundRect">
            <a:avLst>
              <a:gd name="adj" fmla="val 11111"/>
            </a:avLst>
          </a:prstGeom>
          <a:solidFill>
            <a:srgbClr val="FFF7ED">
              <a:alpha val="100000"/>
            </a:srgbClr>
          </a:solidFill>
          <a:ln w="254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28000" y="2794000"/>
            <a:ext cx="1016000" cy="1016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31000" y="3937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用心陪伴，共同成长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先和大家达成3个核心共识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1E3A8A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5500" y="2159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AI替代不了爱与陪伴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36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AI永远替代不了老师的教导，也替代不了家长的陪伴。教育的核心永远是人与人之间的温度连接。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1E3A8A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8500" y="21590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AI是成长的「脚手架」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36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AI不是万能神器，而是帮我们减负、从机械工作中解放出来，专注于引导孩子成长的辅助工具。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1E3A8A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1500" y="21590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家校同频，事半功倍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336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堵不如疏。只有家校目标一致，才能教会孩子正确使用AI，让它成为学习帮手而非抄作业的工具。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7FDE-EE49-D3C7-BAFA-2150BA35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B551FA0-A770-F8DD-FA39-4297E790D4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69B8BF1A-DE5C-9495-6B88-8EE0E7229DB7}"/>
              </a:ext>
            </a:extLst>
          </p:cNvPr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3600" b="1" i="0" u="none" strike="noStrike" dirty="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与孩子的三种相处方式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FBD4948-9562-03FE-9A77-30FC46DF3245}"/>
              </a:ext>
            </a:extLst>
          </p:cNvPr>
          <p:cNvSpPr/>
          <p:nvPr/>
        </p:nvSpPr>
        <p:spPr>
          <a:xfrm>
            <a:off x="762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A1A0524-ACEA-8284-0A6D-8AC9A86619A4}"/>
              </a:ext>
            </a:extLst>
          </p:cNvPr>
          <p:cNvSpPr/>
          <p:nvPr/>
        </p:nvSpPr>
        <p:spPr>
          <a:xfrm>
            <a:off x="762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1E3A8A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64B994F-24AF-60BD-4C65-3DAF2E871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5500" y="2159000"/>
            <a:ext cx="635000" cy="6350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F73BF4ED-821F-96C8-FC50-EB1C55E3194A}"/>
              </a:ext>
            </a:extLst>
          </p:cNvPr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自动化模式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0D49611-73FF-2D15-E084-652E90DEEDFE}"/>
              </a:ext>
            </a:extLst>
          </p:cNvPr>
          <p:cNvSpPr/>
          <p:nvPr/>
        </p:nvSpPr>
        <p:spPr>
          <a:xfrm>
            <a:off x="952500" y="336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**工具模式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帮我做**</a:t>
            </a:r>
          </a:p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完成机械重复工作，家长来判断和审核结果孩子把精力放在理解和思考上</a:t>
            </a:r>
          </a:p>
          <a:p>
            <a:pPr indent="0" algn="just">
              <a:lnSpc>
                <a:spcPct val="108333"/>
              </a:lnSpc>
              <a:defRPr/>
            </a:pP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详见案例</a:t>
            </a:r>
            <a:r>
              <a:rPr lang="en-US" altLang="zh-CN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错题讲解</a:t>
            </a:r>
            <a:endParaRPr lang="en-US" sz="1100" dirty="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07E4343-471F-6745-7C02-B414AADF385A}"/>
              </a:ext>
            </a:extLst>
          </p:cNvPr>
          <p:cNvSpPr/>
          <p:nvPr/>
        </p:nvSpPr>
        <p:spPr>
          <a:xfrm>
            <a:off x="4445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1E3A8A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D5C6AE22-8E65-F268-61CB-58F6264929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8500" y="2159000"/>
            <a:ext cx="635000" cy="635000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022094FE-9A8F-CABF-B78F-FC11F5B11020}"/>
              </a:ext>
            </a:extLst>
          </p:cNvPr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AI是成长的「脚手架」</a:t>
            </a:r>
            <a:endParaRPr lang="en-US"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58CD7872-194F-4D31-CD0F-B0A9B219BDCB}"/>
              </a:ext>
            </a:extLst>
          </p:cNvPr>
          <p:cNvSpPr/>
          <p:nvPr/>
        </p:nvSpPr>
        <p:spPr>
          <a:xfrm>
            <a:off x="4635500" y="336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AI不是万能神器，而是帮我们减负、从机械工作中解放出来，专注于引导孩子成长的辅助工具。</a:t>
            </a:r>
            <a:endParaRPr lang="en-US"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33320E0-4DBE-F61E-4873-AD69C2A417AB}"/>
              </a:ext>
            </a:extLst>
          </p:cNvPr>
          <p:cNvSpPr/>
          <p:nvPr/>
        </p:nvSpPr>
        <p:spPr>
          <a:xfrm>
            <a:off x="8128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1E3A8A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E357911-F28E-4789-E932-33937F9937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1500" y="2159000"/>
            <a:ext cx="635000" cy="635000"/>
          </a:xfrm>
          <a:prstGeom prst="rect">
            <a:avLst/>
          </a:prstGeom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C80EB6D5-5034-BDB0-5A38-2CBA2797EB54}"/>
              </a:ext>
            </a:extLst>
          </p:cNvPr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家校同频，事半功倍</a:t>
            </a:r>
            <a:endParaRPr lang="en-US"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3226499-0072-6D36-DF35-2912D0CE127D}"/>
              </a:ext>
            </a:extLst>
          </p:cNvPr>
          <p:cNvSpPr/>
          <p:nvPr/>
        </p:nvSpPr>
        <p:spPr>
          <a:xfrm>
            <a:off x="8318500" y="3365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堵不如疏。只有家校目标一致，才能教会孩子正确使用AI，让它成为学习帮手而非抄作业的工具。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0501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566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案例1：用「时间小火车」，治好孩子的拖延症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65" b="65"/>
          <a:stretch>
            <a:fillRect/>
          </a:stretch>
        </p:blipFill>
        <p:spPr>
          <a:xfrm>
            <a:off x="762000" y="2032000"/>
            <a:ext cx="4318000" cy="2425700"/>
          </a:xfrm>
          <a:prstGeom prst="roundRect">
            <a:avLst>
              <a:gd name="adj" fmla="val 523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1E3A8A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57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「时间小火车」可视化时间管理界面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2032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cap="flat" cmpd="sng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2260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223000" y="2095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作业拖延严重，抵触家长制定的硬性时间表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2921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cap="flat" cmpd="sng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8500" y="3149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23000" y="2984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将“家长的任务”转化为“孩子的游戏”，激发主动性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88000" y="3810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cap="flat" cmpd="sng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8500" y="4038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23000" y="3873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 作用：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无需代码，快速将教育想法落地为可视化拖拽网页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88000" y="4699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cap="flat" cmpd="sng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78500" y="4927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223000" y="4762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从“要我学”转变为“我要学”，养成自主管理习惯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3A8A">
                  <a:alpha val="100000"/>
                </a:srgbClr>
              </a:gs>
              <a:gs pos="100000">
                <a:srgbClr val="F9731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1016000"/>
            <a:ext cx="11569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案例2：AI错题集，比我讲的更清楚，孩子更爱听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0000" t="10000" r="10000" b="10000"/>
          <a:stretch>
            <a:fillRect/>
          </a:stretch>
        </p:blipFill>
        <p:spPr>
          <a:xfrm>
            <a:off x="762000" y="1905000"/>
            <a:ext cx="4064000" cy="2286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101600" dir="2700000" algn="tl" rotWithShape="0">
              <a:srgbClr val="1E3A8A">
                <a:alpha val="2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207000" y="1905000"/>
            <a:ext cx="6223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842000" y="1905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错题反复错，家长讲题亲子矛盾频发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207000" y="2794000"/>
            <a:ext cx="6223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0" y="2921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842000" y="2794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AI做个性化辅导，家长做陪伴引导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07000" y="3683000"/>
            <a:ext cx="622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4000" y="3873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842000" y="3683000"/>
            <a:ext cx="546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AI作用：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知识点拆解+错因分析+同类题巩固+拟人语音讲解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07000" y="4699000"/>
            <a:ext cx="6223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34000" y="4826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842000" y="4699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不怕错题，养成自主订正、主动解决问题的习惯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案例3：从“外国山海经”，玩着完成语言启蒙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2000" y="2032000"/>
            <a:ext cx="3556000" cy="2000250"/>
          </a:xfrm>
          <a:prstGeom prst="roundRect">
            <a:avLst>
              <a:gd name="adj" fmla="val 9523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1E3A8A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826000" y="1778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2019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651500" y="1841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对课本单词没兴趣，却对网络“外国山海经”谐音梗热情爆棚。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826000" y="2794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80000" y="3035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651500" y="2857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顺势而为，从兴趣点切入，将无意义的谐音梗转化为趣味语言启蒙。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26000" y="3810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0000" y="4051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651500" y="3873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辅助完成谐音梗溯源、总结发音规律，并设计趣味学习对照表。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4826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80000" y="5067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651500" y="4889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激发了语言学习内驱力，从被动背单词转变为主动探索，带动英语提升。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969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3A8A">
                  <a:alpha val="100000"/>
                </a:srgbClr>
              </a:gs>
              <a:gs pos="100000">
                <a:srgbClr val="F9731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陪娃用AI的4个核心原则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968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先定目标，再划边界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2413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绝不替代孩子的思考，AI只是辅助，孩子的成长永远是核心。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32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1968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说清需求，精准借力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0" y="2413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不用记万能prompt，只需说清年龄、认知和效果，放大教育能力。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810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064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4000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筛选优化，持续迭代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78000" y="4445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AI给的不是标准答案，要结合孩子情况按需调整，让AI越来越懂娃。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810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064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4000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守住底线，全程负责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39000" y="4445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我们永远是第一责任人，要选合规工具，全程陪伴引导。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AI时代，家校协同的3个小共识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108200" y="2540000"/>
            <a:ext cx="609600" cy="6096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5200" y="2667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238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不焦虑、不禁止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堵不如疏，家校携手引导孩子，将AI转化为学习工具而非捷径。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791200" y="2540000"/>
            <a:ext cx="609600" cy="6096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8200" y="2667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572000" y="3238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同规则、同方向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68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家校统一AI使用的规则和底线，避免标准不一导致孩子认知混乱。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474200" y="2540000"/>
            <a:ext cx="609600" cy="6096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01200" y="2667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255000" y="3238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互配合、互补充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68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学校抓课堂教学打基础，家庭利用AI做个性化拓展，优势互补。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334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3A8A">
                  <a:alpha val="100000"/>
                </a:srgbClr>
              </a:gs>
              <a:gs pos="100000">
                <a:srgbClr val="F9731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感谢聆听·福利交付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1E3A8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6797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06600" y="2286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配套福利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06600" y="26670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《家校AI协同参考手册》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06600" y="3175000"/>
            <a:ext cx="863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内含：3个真实案例完整拆解 | 4个核心教育原则 | AI工具使用避坑指南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44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43942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我的心愿：家校同频，陪孩子在AI时代更轻松、更快乐、更坚定地成长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286000" y="1651000"/>
            <a:ext cx="762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1E3A8A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0" y="20320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互动答疑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7940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540000" y="30480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欢迎各位老师交流探讨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0" y="3683000"/>
            <a:ext cx="4064000" cy="558800"/>
          </a:xfrm>
          <a:prstGeom prst="roundRect">
            <a:avLst>
              <a:gd name="adj" fmla="val 50000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000" y="38354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99000" y="3810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联系方式：teacher_ai@edu.com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2842</Words>
  <Application>Microsoft Office PowerPoint</Application>
  <PresentationFormat>宽屏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Noto Sans SC</vt:lpstr>
      <vt:lpstr>ui-sans-serif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zed ☺</cp:lastModifiedBy>
  <cp:revision>49</cp:revision>
  <dcterms:modified xsi:type="dcterms:W3CDTF">2026-03-26T14:14:02Z</dcterms:modified>
</cp:coreProperties>
</file>